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"/>
  </p:notesMasterIdLst>
  <p:sldIdLst>
    <p:sldId id="256" r:id="rId2"/>
  </p:sldIdLst>
  <p:sldSz cx="30276000" cy="42804000"/>
  <p:notesSz cx="6858000" cy="9144000"/>
  <p:embeddedFontLst>
    <p:embeddedFont>
      <p:font typeface="Inter" panose="02000503000000020004" pitchFamily="2" charset="0"/>
      <p:regular r:id="rId4"/>
      <p:bold r:id="rId5"/>
    </p:embeddedFont>
    <p:embeddedFont>
      <p:font typeface="Calibri" panose="020F0502020204030204" pitchFamily="34" charset="0"/>
      <p:regular r:id="rId6"/>
      <p:bold r:id="rId7"/>
      <p:italic r:id="rId8"/>
      <p:boldItalic r:id="rId9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viewProps" Target="viewProps.xml"/><Relationship Id="rId5" Type="http://schemas.openxmlformats.org/officeDocument/2006/relationships/font" Target="fonts/font2.fntdata"/><Relationship Id="rId10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Редактируемый шаблон финальной защиты проектной школы ИИ360. A0, 841 × 1189 мм, вертикальный. Обновлённый стиль взят из Figma, узел 1171:115: https://www.figma.com/design/fzcKsf2fHJIrk7iCM4UQ1L/?node-id=1171-115 . Логотип без овала, оригинальная фиолетовая контурная композиция, шрифт Inter. Заполняемые поля: номер команды, имя и фамилия ментора, компания, имена и фамилии студентов и вуз каждого, название статьи. Название статьи рассчитано на три строки. Строки авторов можно добавлять и удалять. Основную часть студенты оформляют самостоятельно. Все текстовые поля — отдельные редактируемые объекты. Декоративная композиция и логотип — оригинальные графические объекты. source_status: codex-inference. updated: 2026-10-06.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7120729" cy="25206397"/>
          </a:xfrm>
          <a:prstGeom prst="rect">
            <a:avLst/>
          </a:prstGeom>
        </p:spPr>
      </p:pic>
      <p:sp>
        <p:nvSpPr>
          <p:cNvPr id="2" name="Рамка постера">
            <a:extLst>
              <a:ext uri="{FF2B5EF4-FFF2-40B4-BE49-F238E27FC236}">
                <a16:creationId xmlns:a16="http://schemas.microsoft.com/office/drawing/2014/main" id="{5FC3877B-F97D-496D-B4B6-393FC7D4B18D}"/>
              </a:ext>
            </a:extLst>
          </p:cNvPr>
          <p:cNvSpPr>
            <a:spLocks noGrp="1"/>
          </p:cNvSpPr>
          <p:nvPr/>
        </p:nvSpPr>
        <p:spPr>
          <a:xfrm>
            <a:off x="1296000" y="1296000"/>
            <a:ext cx="27684000" cy="40212000"/>
          </a:xfrm>
          <a:prstGeom prst="rect">
            <a:avLst/>
          </a:prstGeom>
          <a:noFill/>
          <a:ln w="6350">
            <a:solidFill>
              <a:srgbClr val="62666A"/>
            </a:solidFill>
          </a:ln>
        </p:spPr>
      </p:sp>
      <p:pic>
        <p:nvPicPr>
          <p:cNvPr id="21" name="Рисунок 2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533598" y="2436000"/>
            <a:ext cx="6088178" cy="976480"/>
          </a:xfrm>
          <a:prstGeom prst="rect">
            <a:avLst/>
          </a:prstGeom>
        </p:spPr>
      </p:pic>
      <p:sp>
        <p:nvSpPr>
          <p:cNvPr id="4" name="Номер команды">
            <a:extLst>
              <a:ext uri="{FF2B5EF4-FFF2-40B4-BE49-F238E27FC236}">
                <a16:creationId xmlns:a16="http://schemas.microsoft.com/office/drawing/2014/main" id="{E157F3AA-CBAC-49FB-91D8-FBDA29241A4D}"/>
              </a:ext>
            </a:extLst>
          </p:cNvPr>
          <p:cNvSpPr>
            <a:spLocks noGrp="1"/>
          </p:cNvSpPr>
          <p:nvPr/>
        </p:nvSpPr>
        <p:spPr>
          <a:xfrm>
            <a:off x="10728000" y="2448000"/>
            <a:ext cx="7812000" cy="68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4000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4000" b="0">
                <a:solidFill>
                  <a:srgbClr val="000000"/>
                </a:solidFill>
                <a:latin typeface="Inter"/>
                <a:ea typeface="Inter"/>
                <a:cs typeface="Inter"/>
              </a:rPr>
              <a:t>КОМАНДА № [00]</a:t>
            </a:r>
          </a:p>
        </p:txBody>
      </p:sp>
      <p:sp>
        <p:nvSpPr>
          <p:cNvPr id="5" name="Авторы — подпись">
            <a:extLst>
              <a:ext uri="{FF2B5EF4-FFF2-40B4-BE49-F238E27FC236}">
                <a16:creationId xmlns:a16="http://schemas.microsoft.com/office/drawing/2014/main" id="{9008C856-E4A6-4EEE-A6CC-42E14E9782ED}"/>
              </a:ext>
            </a:extLst>
          </p:cNvPr>
          <p:cNvSpPr>
            <a:spLocks noGrp="1"/>
          </p:cNvSpPr>
          <p:nvPr/>
        </p:nvSpPr>
        <p:spPr>
          <a:xfrm>
            <a:off x="10728000" y="3852000"/>
            <a:ext cx="7812000" cy="64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4000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4000" b="0">
                <a:solidFill>
                  <a:srgbClr val="000000"/>
                </a:solidFill>
                <a:latin typeface="Inter"/>
                <a:ea typeface="Inter"/>
                <a:cs typeface="Inter"/>
              </a:rPr>
              <a:t>АВТОРЫ</a:t>
            </a:r>
          </a:p>
        </p:txBody>
      </p:sp>
      <p:sp>
        <p:nvSpPr>
          <p:cNvPr id="6" name="Маркер автора 1">
            <a:extLst>
              <a:ext uri="{FF2B5EF4-FFF2-40B4-BE49-F238E27FC236}">
                <a16:creationId xmlns:a16="http://schemas.microsoft.com/office/drawing/2014/main" id="{316581A8-0CB3-400C-BCE6-59D5D32F0728}"/>
              </a:ext>
            </a:extLst>
          </p:cNvPr>
          <p:cNvSpPr>
            <a:spLocks noGrp="1"/>
          </p:cNvSpPr>
          <p:nvPr/>
        </p:nvSpPr>
        <p:spPr>
          <a:xfrm>
            <a:off x="10728000" y="4849200"/>
            <a:ext cx="93600" cy="93600"/>
          </a:xfrm>
          <a:prstGeom prst="ellipse">
            <a:avLst/>
          </a:prstGeom>
          <a:solidFill>
            <a:srgbClr val="434B9A"/>
          </a:solidFill>
          <a:ln w="0">
            <a:noFill/>
          </a:ln>
        </p:spPr>
      </p:sp>
      <p:sp>
        <p:nvSpPr>
          <p:cNvPr id="7" name="Автор 1 — имя, фамилия, вуз">
            <a:extLst>
              <a:ext uri="{FF2B5EF4-FFF2-40B4-BE49-F238E27FC236}">
                <a16:creationId xmlns:a16="http://schemas.microsoft.com/office/drawing/2014/main" id="{D26B2B05-831E-464E-8240-6D7837ED916B}"/>
              </a:ext>
            </a:extLst>
          </p:cNvPr>
          <p:cNvSpPr>
            <a:spLocks noGrp="1"/>
          </p:cNvSpPr>
          <p:nvPr/>
        </p:nvSpPr>
        <p:spPr>
          <a:xfrm>
            <a:off x="10980000" y="4608000"/>
            <a:ext cx="7920000" cy="68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800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3800" b="0">
                <a:solidFill>
                  <a:srgbClr val="000000"/>
                </a:solidFill>
                <a:latin typeface="Inter"/>
                <a:ea typeface="Inter"/>
                <a:cs typeface="Inter"/>
              </a:rPr>
              <a:t>[Имя Фамилия], [вуз]</a:t>
            </a:r>
          </a:p>
        </p:txBody>
      </p:sp>
      <p:sp>
        <p:nvSpPr>
          <p:cNvPr id="8" name="Маркер автора 2">
            <a:extLst>
              <a:ext uri="{FF2B5EF4-FFF2-40B4-BE49-F238E27FC236}">
                <a16:creationId xmlns:a16="http://schemas.microsoft.com/office/drawing/2014/main" id="{EEC4FCED-3B13-4D07-BDC1-12845FB34122}"/>
              </a:ext>
            </a:extLst>
          </p:cNvPr>
          <p:cNvSpPr>
            <a:spLocks noGrp="1"/>
          </p:cNvSpPr>
          <p:nvPr/>
        </p:nvSpPr>
        <p:spPr>
          <a:xfrm>
            <a:off x="10728000" y="5605200"/>
            <a:ext cx="93600" cy="93600"/>
          </a:xfrm>
          <a:prstGeom prst="ellipse">
            <a:avLst/>
          </a:prstGeom>
          <a:solidFill>
            <a:srgbClr val="434B9A"/>
          </a:solidFill>
          <a:ln w="0">
            <a:noFill/>
          </a:ln>
        </p:spPr>
      </p:sp>
      <p:sp>
        <p:nvSpPr>
          <p:cNvPr id="9" name="Автор 2 — имя, фамилия, вуз">
            <a:extLst>
              <a:ext uri="{FF2B5EF4-FFF2-40B4-BE49-F238E27FC236}">
                <a16:creationId xmlns:a16="http://schemas.microsoft.com/office/drawing/2014/main" id="{EC8AD367-93C6-46FE-9B77-66DC16D6BA3F}"/>
              </a:ext>
            </a:extLst>
          </p:cNvPr>
          <p:cNvSpPr>
            <a:spLocks noGrp="1"/>
          </p:cNvSpPr>
          <p:nvPr/>
        </p:nvSpPr>
        <p:spPr>
          <a:xfrm>
            <a:off x="10980000" y="5364000"/>
            <a:ext cx="7920000" cy="68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800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3800" b="0">
                <a:solidFill>
                  <a:srgbClr val="000000"/>
                </a:solidFill>
                <a:latin typeface="Inter"/>
                <a:ea typeface="Inter"/>
                <a:cs typeface="Inter"/>
              </a:rPr>
              <a:t>[Имя Фамилия], [вуз]</a:t>
            </a:r>
          </a:p>
        </p:txBody>
      </p:sp>
      <p:sp>
        <p:nvSpPr>
          <p:cNvPr id="10" name="Маркер автора 3">
            <a:extLst>
              <a:ext uri="{FF2B5EF4-FFF2-40B4-BE49-F238E27FC236}">
                <a16:creationId xmlns:a16="http://schemas.microsoft.com/office/drawing/2014/main" id="{C488C224-A1E2-4E81-B2F8-1126B0356DD6}"/>
              </a:ext>
            </a:extLst>
          </p:cNvPr>
          <p:cNvSpPr>
            <a:spLocks noGrp="1"/>
          </p:cNvSpPr>
          <p:nvPr/>
        </p:nvSpPr>
        <p:spPr>
          <a:xfrm>
            <a:off x="10728000" y="6361200"/>
            <a:ext cx="93600" cy="93600"/>
          </a:xfrm>
          <a:prstGeom prst="ellipse">
            <a:avLst/>
          </a:prstGeom>
          <a:solidFill>
            <a:srgbClr val="434B9A"/>
          </a:solidFill>
          <a:ln w="0">
            <a:noFill/>
          </a:ln>
        </p:spPr>
      </p:sp>
      <p:sp>
        <p:nvSpPr>
          <p:cNvPr id="11" name="Автор 3 — имя, фамилия, вуз">
            <a:extLst>
              <a:ext uri="{FF2B5EF4-FFF2-40B4-BE49-F238E27FC236}">
                <a16:creationId xmlns:a16="http://schemas.microsoft.com/office/drawing/2014/main" id="{382887BD-1277-4439-AD97-5E773D6DC76D}"/>
              </a:ext>
            </a:extLst>
          </p:cNvPr>
          <p:cNvSpPr>
            <a:spLocks noGrp="1"/>
          </p:cNvSpPr>
          <p:nvPr/>
        </p:nvSpPr>
        <p:spPr>
          <a:xfrm>
            <a:off x="10980000" y="6120000"/>
            <a:ext cx="7920000" cy="68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800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3800" b="0">
                <a:solidFill>
                  <a:srgbClr val="000000"/>
                </a:solidFill>
                <a:latin typeface="Inter"/>
                <a:ea typeface="Inter"/>
                <a:cs typeface="Inter"/>
              </a:rPr>
              <a:t>[Имя Фамилия], [вуз]</a:t>
            </a:r>
          </a:p>
        </p:txBody>
      </p:sp>
      <p:sp>
        <p:nvSpPr>
          <p:cNvPr id="12" name="Маркер автора 4">
            <a:extLst>
              <a:ext uri="{FF2B5EF4-FFF2-40B4-BE49-F238E27FC236}">
                <a16:creationId xmlns:a16="http://schemas.microsoft.com/office/drawing/2014/main" id="{15AAB4C6-FF6B-4B20-A955-28ED10302616}"/>
              </a:ext>
            </a:extLst>
          </p:cNvPr>
          <p:cNvSpPr>
            <a:spLocks noGrp="1"/>
          </p:cNvSpPr>
          <p:nvPr/>
        </p:nvSpPr>
        <p:spPr>
          <a:xfrm>
            <a:off x="10728000" y="7117200"/>
            <a:ext cx="93600" cy="93600"/>
          </a:xfrm>
          <a:prstGeom prst="ellipse">
            <a:avLst/>
          </a:prstGeom>
          <a:solidFill>
            <a:srgbClr val="434B9A"/>
          </a:solidFill>
          <a:ln w="0">
            <a:noFill/>
          </a:ln>
        </p:spPr>
      </p:sp>
      <p:sp>
        <p:nvSpPr>
          <p:cNvPr id="13" name="Автор 4 — имя, фамилия, вуз">
            <a:extLst>
              <a:ext uri="{FF2B5EF4-FFF2-40B4-BE49-F238E27FC236}">
                <a16:creationId xmlns:a16="http://schemas.microsoft.com/office/drawing/2014/main" id="{97D87786-7B8A-4E6D-8B1E-28F9C061B5F9}"/>
              </a:ext>
            </a:extLst>
          </p:cNvPr>
          <p:cNvSpPr>
            <a:spLocks noGrp="1"/>
          </p:cNvSpPr>
          <p:nvPr/>
        </p:nvSpPr>
        <p:spPr>
          <a:xfrm>
            <a:off x="10980000" y="6876000"/>
            <a:ext cx="7920000" cy="68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800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3800" b="0">
                <a:solidFill>
                  <a:srgbClr val="000000"/>
                </a:solidFill>
                <a:latin typeface="Inter"/>
                <a:ea typeface="Inter"/>
                <a:cs typeface="Inter"/>
              </a:rPr>
              <a:t>[Имя Фамилия], [вуз]</a:t>
            </a:r>
          </a:p>
        </p:txBody>
      </p:sp>
      <p:sp>
        <p:nvSpPr>
          <p:cNvPr id="14" name="Ментор — подпись">
            <a:extLst>
              <a:ext uri="{FF2B5EF4-FFF2-40B4-BE49-F238E27FC236}">
                <a16:creationId xmlns:a16="http://schemas.microsoft.com/office/drawing/2014/main" id="{A5EA8EE2-B885-476F-A17F-50495C25D3B9}"/>
              </a:ext>
            </a:extLst>
          </p:cNvPr>
          <p:cNvSpPr>
            <a:spLocks noGrp="1"/>
          </p:cNvSpPr>
          <p:nvPr/>
        </p:nvSpPr>
        <p:spPr>
          <a:xfrm>
            <a:off x="19224000" y="2448000"/>
            <a:ext cx="8928000" cy="68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4000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4000" b="0">
                <a:solidFill>
                  <a:srgbClr val="000000"/>
                </a:solidFill>
                <a:latin typeface="Inter"/>
                <a:ea typeface="Inter"/>
                <a:cs typeface="Inter"/>
              </a:rPr>
              <a:t>МЕНТОР</a:t>
            </a:r>
          </a:p>
        </p:txBody>
      </p:sp>
      <p:sp>
        <p:nvSpPr>
          <p:cNvPr id="15" name="Имя и фамилия ментора">
            <a:extLst>
              <a:ext uri="{FF2B5EF4-FFF2-40B4-BE49-F238E27FC236}">
                <a16:creationId xmlns:a16="http://schemas.microsoft.com/office/drawing/2014/main" id="{0B40D3C9-A620-4A1E-A587-D17C6ADFF1F2}"/>
              </a:ext>
            </a:extLst>
          </p:cNvPr>
          <p:cNvSpPr>
            <a:spLocks noGrp="1"/>
          </p:cNvSpPr>
          <p:nvPr/>
        </p:nvSpPr>
        <p:spPr>
          <a:xfrm>
            <a:off x="19224000" y="3204000"/>
            <a:ext cx="8928000" cy="68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4000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4000" b="0">
                <a:solidFill>
                  <a:srgbClr val="000000"/>
                </a:solidFill>
                <a:latin typeface="Inter"/>
                <a:ea typeface="Inter"/>
                <a:cs typeface="Inter"/>
              </a:rPr>
              <a:t>[Имя Фамилия]</a:t>
            </a:r>
          </a:p>
        </p:txBody>
      </p:sp>
      <p:sp>
        <p:nvSpPr>
          <p:cNvPr id="16" name="Компания ментора">
            <a:extLst>
              <a:ext uri="{FF2B5EF4-FFF2-40B4-BE49-F238E27FC236}">
                <a16:creationId xmlns:a16="http://schemas.microsoft.com/office/drawing/2014/main" id="{954087B2-2A75-475F-8C98-02D24FD2A14F}"/>
              </a:ext>
            </a:extLst>
          </p:cNvPr>
          <p:cNvSpPr>
            <a:spLocks noGrp="1"/>
          </p:cNvSpPr>
          <p:nvPr/>
        </p:nvSpPr>
        <p:spPr>
          <a:xfrm>
            <a:off x="19224000" y="3960000"/>
            <a:ext cx="8928000" cy="68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800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3800" b="0">
                <a:solidFill>
                  <a:srgbClr val="000000"/>
                </a:solidFill>
                <a:latin typeface="Inter"/>
                <a:ea typeface="Inter"/>
                <a:cs typeface="Inter"/>
              </a:rPr>
              <a:t>[Компания]</a:t>
            </a:r>
          </a:p>
        </p:txBody>
      </p:sp>
      <p:sp>
        <p:nvSpPr>
          <p:cNvPr id="17" name="Статья — подпись">
            <a:extLst>
              <a:ext uri="{FF2B5EF4-FFF2-40B4-BE49-F238E27FC236}">
                <a16:creationId xmlns:a16="http://schemas.microsoft.com/office/drawing/2014/main" id="{B1E770D8-7687-42BD-83D3-A80DB8EEDACE}"/>
              </a:ext>
            </a:extLst>
          </p:cNvPr>
          <p:cNvSpPr>
            <a:spLocks noGrp="1"/>
          </p:cNvSpPr>
          <p:nvPr/>
        </p:nvSpPr>
        <p:spPr>
          <a:xfrm>
            <a:off x="19224000" y="5256000"/>
            <a:ext cx="8928000" cy="68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4000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4000" b="0">
                <a:solidFill>
                  <a:srgbClr val="000000"/>
                </a:solidFill>
                <a:latin typeface="Inter"/>
                <a:ea typeface="Inter"/>
                <a:cs typeface="Inter"/>
              </a:rPr>
              <a:t>НАЗВАНИЕ СТАТЬИ</a:t>
            </a:r>
          </a:p>
        </p:txBody>
      </p:sp>
      <p:sp>
        <p:nvSpPr>
          <p:cNvPr id="18" name="Название статьи">
            <a:extLst>
              <a:ext uri="{FF2B5EF4-FFF2-40B4-BE49-F238E27FC236}">
                <a16:creationId xmlns:a16="http://schemas.microsoft.com/office/drawing/2014/main" id="{329A39A3-A22B-474F-8425-12F1C38309A9}"/>
              </a:ext>
            </a:extLst>
          </p:cNvPr>
          <p:cNvSpPr>
            <a:spLocks noGrp="1"/>
          </p:cNvSpPr>
          <p:nvPr/>
        </p:nvSpPr>
        <p:spPr>
          <a:xfrm>
            <a:off x="19224000" y="6084000"/>
            <a:ext cx="8928000" cy="205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4000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4000" b="0">
                <a:solidFill>
                  <a:srgbClr val="000000"/>
                </a:solidFill>
                <a:latin typeface="Inter"/>
                <a:ea typeface="Inter"/>
                <a:cs typeface="Inter"/>
              </a:rPr>
              <a:t>[Название статьи]</a:t>
            </a:r>
          </a:p>
        </p:txBody>
      </p:sp>
    </p:spTree>
    <p:extLst>
      <p:ext uri="{BB962C8B-B14F-4D97-AF65-F5344CB8AC3E}">
        <p14:creationId xmlns:p14="http://schemas.microsoft.com/office/powerpoint/2010/main" val="96848128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161</Words>
  <Application>Microsoft Office PowerPoint</Application>
  <DocSecurity>0</DocSecurity>
  <PresentationFormat>Произвольный</PresentationFormat>
  <Paragraphs>12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4" baseType="lpstr">
      <vt:lpstr>Inter</vt:lpstr>
      <vt:lpstr>Calibri</vt:lpstr>
      <vt:lpstr>ChatGPT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Ruslan</cp:lastModifiedBy>
  <cp:revision>1</cp:revision>
  <dcterms:created xsi:type="dcterms:W3CDTF">2026-10-06T15:44:02Z</dcterms:created>
  <dcterms:modified xsi:type="dcterms:W3CDTF">2026-10-06T15:44:18Z</dcterms:modified>
</cp:coreProperties>
</file>